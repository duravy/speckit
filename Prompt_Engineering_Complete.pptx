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Prompt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50E3C2"/>
                </a:solidFill>
              </a:defRPr>
            </a:pPr>
            <a:r>
              <a:t>Mastering AI Interactions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What is Prompt Engineering?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Art and science of crafting effective inputs for AI models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Design and optimize prompts to achieve desired outputs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Bridge between human intent and model capabilities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Critical skill for maximizing AI model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Combines creativity, technical understanding, and experimentation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Prompt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9488"/>
                </a:solidFill>
              </a:defRPr>
            </a:pPr>
            <a:r>
              <a:t>System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Sets the behavior and personality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Provides context and constraints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Remains constant throughout conversation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Example: 'You are an expert developer'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9488"/>
                </a:solidFill>
              </a:defRPr>
            </a:pPr>
            <a:r>
              <a:t>User &amp; Context Prompts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46304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User: Direct question or request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Context: Additional information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Provides the actual task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Changes per interaction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Zero-Shot vs Few-Shot Prompting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9488"/>
                </a:solidFill>
              </a:defRPr>
            </a:pPr>
            <a:r>
              <a:t>Zero-Shot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No examples provided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Model uses training knowledge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Faster, simpler prompts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Works for straightforward tasks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Less reliable for complex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9488"/>
                </a:solidFill>
              </a:defRPr>
            </a:pPr>
            <a:r>
              <a:t>Few-Shot Prompting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46304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Provide 2-5 examples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Model learns pattern from examples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Improves accuracy significantly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Better for niche or custom tasks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More tokens, slightly slower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Prompt Chaining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Break complex tasks into sequence of simpler prompts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Output of one prompt becomes input for next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Example: Extract info → Summarize → Generate report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Benefits: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F172A"/>
                </a:solidFill>
              </a:defRPr>
            </a:pPr>
            <a:r>
              <a:t>Improved accuracy through step-by-step approach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F172A"/>
                </a:solidFill>
              </a:defRPr>
            </a:pPr>
            <a:r>
              <a:t>Easier to debug and modify individual steps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F172A"/>
                </a:solidFill>
              </a:defRPr>
            </a:pPr>
            <a:r>
              <a:t>Better handling of complex, multi-part tasks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Challenges: Increased latency and token usage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Chain of Thought (CoT)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Prompt model to show reasoning step-by-step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Request: 'Let me think through this step by step...'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Model articulates intermediate reasoning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Benefits: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F172A"/>
                </a:solidFill>
              </a:defRPr>
            </a:pPr>
            <a:r>
              <a:t>Improves accuracy on reasoning tasks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F172A"/>
                </a:solidFill>
              </a:defRPr>
            </a:pPr>
            <a:r>
              <a:t>Makes model reasoning transparent and auditable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F172A"/>
                </a:solidFill>
              </a:defRPr>
            </a:pPr>
            <a:r>
              <a:t>Better for math, logic, and complex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Trade-off: Longer output, more tokens consumed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Tree of Thoughts (ToT)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Explores multiple reasoning paths simultaneously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Model generates multiple possible next steps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Evaluates and selects best paths forward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Creates tree structure of reasoning possibilities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Use cases: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F172A"/>
                </a:solidFill>
              </a:defRPr>
            </a:pPr>
            <a:r>
              <a:t>Complex decision-making problems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F172A"/>
                </a:solidFill>
              </a:defRPr>
            </a:pPr>
            <a:r>
              <a:t>Tasks requiring exploration of alternatives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F172A"/>
                </a:solidFill>
              </a:defRPr>
            </a:pPr>
            <a:r>
              <a:t>High-stakes decisions needing thorough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Cost: Most expensive approach, many tokens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Scaling &amp; Maintaining Prompts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50E3C2"/>
                </a:solidFill>
              </a:defRPr>
            </a:pPr>
            <a:r>
              <a:t>Production Excellence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Scaling Prompts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Move from experimentation to reliable systems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Key considerations: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F172A"/>
                </a:solidFill>
              </a:defRPr>
            </a:pPr>
            <a:r>
              <a:t>Consistency: Same prompt yields similar results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F172A"/>
                </a:solidFill>
              </a:defRPr>
            </a:pPr>
            <a:r>
              <a:t>Latency: Optimize for response time requirements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F172A"/>
                </a:solidFill>
              </a:defRPr>
            </a:pPr>
            <a:r>
              <a:t>Cost: Monitor token usage and API costs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F172A"/>
                </a:solidFill>
              </a:defRPr>
            </a:pPr>
            <a:r>
              <a:t>Monitoring: Track performance metrics continuously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F172A"/>
                </a:solidFill>
              </a:defRPr>
            </a:pPr>
            <a:r>
              <a:t>Load testing: Validate under peak traffic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Version Control &amp;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9488"/>
                </a:solidFill>
              </a:defRPr>
            </a:pPr>
            <a:r>
              <a:t>Version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Track prompt versions in Git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Document changes and improvements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Enable rollback if needed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Clear commit messages explaining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9488"/>
                </a:solidFill>
              </a:defRPr>
            </a:pPr>
            <a:r>
              <a:t>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46304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Record prompt purpose and use case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Document performance baselines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List model and parameters used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Include examples of input/output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Maintaining Prompt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Regular evaluation and refinement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Establish metrics: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F172A"/>
                </a:solidFill>
              </a:defRPr>
            </a:pPr>
            <a:r>
              <a:t>Accuracy/correctness of outputs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F172A"/>
                </a:solidFill>
              </a:defRPr>
            </a:pPr>
            <a:r>
              <a:t>Relevance and helpfulness to users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F172A"/>
                </a:solidFill>
              </a:defRPr>
            </a:pPr>
            <a:r>
              <a:t>Consistency across different inputs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F172A"/>
                </a:solidFill>
              </a:defRPr>
            </a:pPr>
            <a:r>
              <a:t>Token efficiency and cost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A/B testing for improvements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User feedback loops and iteration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Production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Use temperature and top-p parameters wisely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Implement rate limiting and quotas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Cache prompts and responses when possible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Use structured outputs (JSON schemas)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Implement fallback mechanisms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Regular auditing for bias or issues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Monitor model behavior changes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Debugging Prompts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50E3C2"/>
                </a:solidFill>
              </a:defRPr>
            </a:pPr>
            <a:r>
              <a:t>Finding and Fixing Issues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Common Prompt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9488"/>
                </a:solidFill>
              </a:defRPr>
            </a:pPr>
            <a:r>
              <a:t>Output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Irrelevant or off-topic responses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Hallucinated information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Inconsistent outputs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Unsafe or inappropriate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9488"/>
                </a:solidFill>
              </a:defRPr>
            </a:pPr>
            <a:r>
              <a:t>Input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46304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Ambiguous instructions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Missing context or constraints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Conflicting requirements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0F172A"/>
                </a:solidFill>
              </a:defRPr>
            </a:pPr>
            <a:r>
              <a:t>• Poor examples in few-shot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Debugging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Add explicit constraints and guardrails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Simplify the prompt - remove unnecessary complexity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Use more specific and concrete language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Provide better examples (few-shot)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Break into smaller, focused prompts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Add Chain of Thought reasoning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Gradually increase complexity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Test with different model versions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Monitoring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Establish clear success metrics upfront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Track: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F172A"/>
                </a:solidFill>
              </a:defRPr>
            </a:pPr>
            <a:r>
              <a:t>Output quality scores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F172A"/>
                </a:solidFill>
              </a:defRPr>
            </a:pPr>
            <a:r>
              <a:t>User satisfaction and feedback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F172A"/>
                </a:solidFill>
              </a:defRPr>
            </a:pPr>
            <a:r>
              <a:t>Error rates and edge cases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F172A"/>
                </a:solidFill>
              </a:defRPr>
            </a:pPr>
            <a:r>
              <a:t>Latency and performance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Set up alerts for degradation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Regular manual review of samples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Implement automated testing where possible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Iterative Improvement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1. Baseline: Establish initial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2. Analyze: Identify failure patterns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3. Hypothesize: Propose improvements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4. Test: Run A/B tests or experiments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5. Measure: Compare metrics to baseline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6. Deploy: Roll out successful changes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7. Monitor: Watch performance in production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8. Repeat: Return to step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50E3C2"/>
                </a:solidFill>
              </a:defRPr>
            </a:pPr>
            <a:r>
              <a:t>Let's build better prompts together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